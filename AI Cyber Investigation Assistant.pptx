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7" r:id="rId5"/>
    <p:sldId id="258" r:id="rId6"/>
    <p:sldId id="268" r:id="rId7"/>
    <p:sldId id="259" r:id="rId8"/>
    <p:sldId id="260" r:id="rId9"/>
    <p:sldId id="262" r:id="rId10"/>
    <p:sldId id="269" r:id="rId11"/>
    <p:sldId id="264" r:id="rId12"/>
    <p:sldId id="271" r:id="rId13"/>
    <p:sldId id="270" r:id="rId14"/>
    <p:sldId id="263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063852-569E-4D82-A783-1973635DFF75}" v="6" dt="2026-07-14T14:43:44.9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howGuides="1">
      <p:cViewPr varScale="1">
        <p:scale>
          <a:sx n="90" d="100"/>
          <a:sy n="90" d="100"/>
        </p:scale>
        <p:origin x="629" y="67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  <a:t>8/17/2026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000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2A3619-0F3E-409F-8BBC-62CAA7C845C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0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762000" y="1371600"/>
            <a:ext cx="10896599" cy="51350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B-10</a:t>
            </a:r>
            <a:endParaRPr lang="en-IN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 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Artificial Intelligence</a:t>
            </a:r>
          </a:p>
          <a:p>
            <a:pPr marL="274320" indent="-274320" algn="just">
              <a:lnSpc>
                <a:spcPct val="100000"/>
              </a:lnSpc>
              <a:spcBef>
                <a:spcPts val="580"/>
              </a:spcBef>
              <a:buSzPts val="2044"/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Cyber Investigation Assistant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274320" indent="-274320" algn="just">
              <a:lnSpc>
                <a:spcPct val="100000"/>
              </a:lnSpc>
              <a:spcBef>
                <a:spcPts val="580"/>
              </a:spcBef>
              <a:buSzPts val="2044"/>
              <a:buNone/>
            </a:pPr>
            <a:r>
              <a:rPr lang="en-US" alt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 M. Rajalakshmi, AP(SS) /AI&amp;DS</a:t>
            </a:r>
          </a:p>
          <a:p>
            <a:pPr marL="0" indent="0" algn="just">
              <a:lnSpc>
                <a:spcPct val="100000"/>
              </a:lnSpc>
              <a:spcBef>
                <a:spcPts val="580"/>
              </a:spcBef>
              <a:buSzPts val="2044"/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Dhaksinesh sai G</a:t>
            </a:r>
          </a:p>
          <a:p>
            <a:pPr marL="0" indent="0" algn="just">
              <a:lnSpc>
                <a:spcPct val="100000"/>
              </a:lnSpc>
              <a:spcBef>
                <a:spcPts val="580"/>
              </a:spcBef>
              <a:buSzPts val="2044"/>
              <a:buNone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Jaidev A J</a:t>
            </a:r>
          </a:p>
          <a:p>
            <a:pPr marL="0" indent="0" algn="just">
              <a:lnSpc>
                <a:spcPct val="100000"/>
              </a:lnSpc>
              <a:spcBef>
                <a:spcPts val="580"/>
              </a:spcBef>
              <a:buSzPts val="2044"/>
              <a:buNone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</a:t>
            </a:r>
            <a:r>
              <a:rPr lang="en-IN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Kirthick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</a:t>
            </a: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</a:t>
            </a: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8437-7AE8-7132-74BF-F9B34688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3300"/>
                </a:solidFill>
              </a:rPr>
              <a:t>AGENDA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E72C5-52C7-CC06-425D-E644FE684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555"/>
            <a:ext cx="10515600" cy="427037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Introduction</a:t>
            </a:r>
          </a:p>
          <a:p>
            <a:r>
              <a:rPr lang="en-IN" dirty="0"/>
              <a:t>Problem Statement</a:t>
            </a:r>
          </a:p>
          <a:p>
            <a:r>
              <a:rPr lang="en-IN" dirty="0"/>
              <a:t>Objectives</a:t>
            </a:r>
          </a:p>
          <a:p>
            <a:r>
              <a:rPr lang="en-IN" dirty="0"/>
              <a:t>Proposed Methodology</a:t>
            </a:r>
          </a:p>
          <a:p>
            <a:r>
              <a:rPr lang="en-IN" dirty="0"/>
              <a:t>Applications</a:t>
            </a:r>
          </a:p>
          <a:p>
            <a:r>
              <a:rPr lang="en-IN" dirty="0"/>
              <a:t>Technology Stack</a:t>
            </a:r>
          </a:p>
          <a:p>
            <a:r>
              <a:rPr lang="en-IN" dirty="0"/>
              <a:t>Initial </a:t>
            </a:r>
            <a:r>
              <a:rPr lang="en-IN"/>
              <a:t>Frontend Development</a:t>
            </a:r>
            <a:endParaRPr lang="en-IN" dirty="0"/>
          </a:p>
          <a:p>
            <a:r>
              <a:rPr lang="en-IN" dirty="0"/>
              <a:t>Expected Outcome</a:t>
            </a:r>
          </a:p>
          <a:p>
            <a:r>
              <a:rPr lang="en-IN" dirty="0"/>
              <a:t>Case Study</a:t>
            </a:r>
          </a:p>
          <a:p>
            <a:r>
              <a:rPr lang="en-IN" dirty="0"/>
              <a:t>Conclusion</a:t>
            </a:r>
          </a:p>
          <a:p>
            <a:r>
              <a:rPr lang="en-IN" dirty="0"/>
              <a:t>References</a:t>
            </a:r>
          </a:p>
          <a:p>
            <a:pPr marL="0" indent="0">
              <a:buNone/>
            </a:pPr>
            <a:r>
              <a:rPr lang="en-IN" dirty="0"/>
              <a:t>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6057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8309-9AFD-FA65-BDC4-7DBB4666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18687-BAE3-6D7C-34CE-D7AA1A66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</a:rPr>
              <a:t>INTRODUCTION</a:t>
            </a:r>
            <a:endParaRPr lang="en-IN" b="1" dirty="0">
              <a:solidFill>
                <a:srgbClr val="FF33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F18F3-F043-73E8-35B9-13CDB0F86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AI Digital Evidence Analyzer?</a:t>
            </a:r>
          </a:p>
          <a:p>
            <a:r>
              <a:rPr lang="en-IN" dirty="0"/>
              <a:t>An AI-powered digital forensics system. </a:t>
            </a:r>
          </a:p>
          <a:p>
            <a:r>
              <a:rPr lang="en-IN" dirty="0"/>
              <a:t>Automatically </a:t>
            </a:r>
            <a:r>
              <a:rPr lang="en-IN" dirty="0" err="1"/>
              <a:t>analyzes</a:t>
            </a:r>
            <a:r>
              <a:rPr lang="en-IN" dirty="0"/>
              <a:t> digital evidence files. </a:t>
            </a:r>
          </a:p>
          <a:p>
            <a:r>
              <a:rPr lang="en-IN" dirty="0"/>
              <a:t>Uses OCR, NLP and Large Language Models (LLMs). </a:t>
            </a:r>
          </a:p>
          <a:p>
            <a:r>
              <a:rPr lang="en-IN" dirty="0"/>
              <a:t>Extracts important entities and summarizes evidence. </a:t>
            </a:r>
          </a:p>
          <a:p>
            <a:r>
              <a:rPr lang="en-IN" dirty="0"/>
              <a:t>Assists investigators in cybercrime investigations.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358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F6E2-6E02-8120-515B-4B5BBC7E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8D87-A712-02A1-2AEB-A776BFA7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</a:rPr>
              <a:t>PROBLEM STATEMENT</a:t>
            </a:r>
            <a:endParaRPr lang="en-IN" b="1" dirty="0">
              <a:solidFill>
                <a:srgbClr val="FF33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B7DA-5CC3-839D-B90C-1573FF67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Manual analysis of digital evidence is time-consuming. </a:t>
            </a:r>
          </a:p>
          <a:p>
            <a:r>
              <a:rPr lang="en-IN" dirty="0"/>
              <a:t>Large volumes of files make investigations difficult. </a:t>
            </a:r>
          </a:p>
          <a:p>
            <a:r>
              <a:rPr lang="en-IN" dirty="0"/>
              <a:t>Important evidence can be overlooked by investigators. </a:t>
            </a:r>
          </a:p>
          <a:p>
            <a:r>
              <a:rPr lang="en-IN" dirty="0"/>
              <a:t>Existing forensic tools extract data but lack intelligent analysis. </a:t>
            </a:r>
          </a:p>
          <a:p>
            <a:r>
              <a:rPr lang="en-IN" dirty="0"/>
              <a:t>Need an AI-powered system for faster and accurate evidence investigation.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6856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0BB0-0165-CC11-B9C5-99B85CBB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A998-C9B3-8307-98CA-67C87041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3300"/>
                </a:solidFill>
              </a:rPr>
              <a:t>OBJECTIVES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2B44-A667-BB59-1BD2-114970C02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90" y="1447800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Extract information from digital evidence files. </a:t>
            </a:r>
          </a:p>
          <a:p>
            <a:r>
              <a:rPr lang="en-IN" dirty="0"/>
              <a:t>Identify names, dates, phone numbers, and email addresses. </a:t>
            </a:r>
          </a:p>
          <a:p>
            <a:r>
              <a:rPr lang="en-IN" dirty="0"/>
              <a:t>Summarize conversations using AI. </a:t>
            </a:r>
          </a:p>
          <a:p>
            <a:r>
              <a:rPr lang="en-IN" dirty="0"/>
              <a:t>Generate investigation timelines automatically. </a:t>
            </a:r>
          </a:p>
          <a:p>
            <a:r>
              <a:rPr lang="en-IN" dirty="0"/>
              <a:t>Produce a detailed AI-powered investigation report.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383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B66FA-21F1-16A3-9C8C-00FD7B78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047B9-F378-5E6A-4603-D581D58ED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8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8461-65D1-35F0-CE07-B96CCAC5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3303-731F-E5C4-66FF-C9991111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3300"/>
                </a:solidFill>
              </a:rPr>
              <a:t>APPLICATIONS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CD13-E8FC-F292-D4DE-CEFC5DDA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685800"/>
            <a:ext cx="11582400" cy="4800600"/>
          </a:xfrm>
        </p:spPr>
        <p:txBody>
          <a:bodyPr lIns="36000" tIns="936000" rIns="1440000" bIns="36000" numCol="2" anchor="b" anchorCtr="0">
            <a:noAutofit/>
          </a:bodyPr>
          <a:lstStyle/>
          <a:p>
            <a:r>
              <a:rPr lang="en-IN" sz="1900" b="1" dirty="0"/>
              <a:t>Cybercrime Investigation</a:t>
            </a:r>
            <a:br>
              <a:rPr lang="en-IN" sz="1900" dirty="0"/>
            </a:br>
            <a:r>
              <a:rPr lang="en-IN" sz="1900" dirty="0"/>
              <a:t>     </a:t>
            </a:r>
            <a:r>
              <a:rPr lang="en-IN" sz="1900" dirty="0" err="1"/>
              <a:t>Analyze</a:t>
            </a:r>
            <a:r>
              <a:rPr lang="en-IN" sz="1900" dirty="0"/>
              <a:t> digital evidence from  cybercrime cases</a:t>
            </a:r>
          </a:p>
          <a:p>
            <a:r>
              <a:rPr lang="en-IN" sz="1900" b="1" dirty="0"/>
              <a:t>Law Enforcement</a:t>
            </a:r>
            <a:br>
              <a:rPr lang="en-IN" sz="1900" dirty="0"/>
            </a:br>
            <a:r>
              <a:rPr lang="en-IN" sz="1900" dirty="0"/>
              <a:t>     Assist police and investigation agencies</a:t>
            </a:r>
          </a:p>
          <a:p>
            <a:r>
              <a:rPr lang="en-IN" sz="1900" b="1" dirty="0"/>
              <a:t>Digital Forensics</a:t>
            </a:r>
            <a:br>
              <a:rPr lang="en-IN" sz="1900" dirty="0"/>
            </a:br>
            <a:r>
              <a:rPr lang="en-IN" sz="1900" dirty="0"/>
              <a:t>     Process and </a:t>
            </a:r>
            <a:r>
              <a:rPr lang="en-IN" sz="1900" dirty="0" err="1"/>
              <a:t>analyze</a:t>
            </a:r>
            <a:r>
              <a:rPr lang="en-IN" sz="1900" dirty="0"/>
              <a:t> seized digital devices</a:t>
            </a:r>
          </a:p>
          <a:p>
            <a:r>
              <a:rPr lang="en-IN" sz="1900" b="1" dirty="0"/>
              <a:t>Financial Fraud Detection</a:t>
            </a:r>
            <a:br>
              <a:rPr lang="en-IN" sz="1900" dirty="0"/>
            </a:br>
            <a:r>
              <a:rPr lang="en-IN" sz="1900" dirty="0"/>
              <a:t>    Detect suspicious transactions and fraud</a:t>
            </a:r>
          </a:p>
          <a:p>
            <a:r>
              <a:rPr lang="en-IN" sz="1900" b="1" dirty="0"/>
              <a:t>Corporate Security</a:t>
            </a:r>
            <a:br>
              <a:rPr lang="en-IN" sz="1900" dirty="0"/>
            </a:br>
            <a:r>
              <a:rPr lang="en-IN" sz="1900" dirty="0"/>
              <a:t>     Investigate insider threats and security incidents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12147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BDF0-BD2E-2429-DC8F-FF2D2B7A6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76B40-98A0-4ACE-78D9-BFBEBC35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</a:rPr>
              <a:t>TECHNOLOGY STACK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726A-7CCF-9EA0-B637-9D655B43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Frontend</a:t>
            </a:r>
            <a:endParaRPr lang="en-IN" dirty="0"/>
          </a:p>
          <a:p>
            <a:r>
              <a:rPr lang="en-IN" dirty="0"/>
              <a:t>React.js </a:t>
            </a:r>
          </a:p>
          <a:p>
            <a:r>
              <a:rPr lang="en-IN" b="1" dirty="0"/>
              <a:t>Backend</a:t>
            </a:r>
            <a:endParaRPr lang="en-IN" dirty="0"/>
          </a:p>
          <a:p>
            <a:r>
              <a:rPr lang="en-IN" dirty="0"/>
              <a:t>Python (</a:t>
            </a:r>
            <a:r>
              <a:rPr lang="en-IN" dirty="0" err="1"/>
              <a:t>FastAPI</a:t>
            </a:r>
            <a:r>
              <a:rPr lang="en-IN" dirty="0"/>
              <a:t>) </a:t>
            </a:r>
          </a:p>
          <a:p>
            <a:r>
              <a:rPr lang="en-IN" b="1" dirty="0"/>
              <a:t>AI &amp; NLP</a:t>
            </a:r>
            <a:endParaRPr lang="en-IN" dirty="0"/>
          </a:p>
          <a:p>
            <a:r>
              <a:rPr lang="en-IN" dirty="0"/>
              <a:t>OpenAI GPT, </a:t>
            </a:r>
            <a:r>
              <a:rPr lang="en-IN" dirty="0" err="1"/>
              <a:t>spaCy</a:t>
            </a:r>
            <a:r>
              <a:rPr lang="en-IN" dirty="0"/>
              <a:t> </a:t>
            </a:r>
          </a:p>
          <a:p>
            <a:r>
              <a:rPr lang="en-IN" b="1" dirty="0"/>
              <a:t>OCR</a:t>
            </a:r>
            <a:endParaRPr lang="en-IN" dirty="0"/>
          </a:p>
          <a:p>
            <a:r>
              <a:rPr lang="en-IN" dirty="0"/>
              <a:t>Tesseract OCR </a:t>
            </a:r>
          </a:p>
          <a:p>
            <a:r>
              <a:rPr lang="en-IN" b="1" dirty="0"/>
              <a:t>Database</a:t>
            </a:r>
            <a:endParaRPr lang="en-IN" dirty="0"/>
          </a:p>
          <a:p>
            <a:r>
              <a:rPr lang="en-IN" dirty="0"/>
              <a:t>MongoDB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83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C2D33-8742-8D0B-C2D9-CA2BD4E9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4CF6-A455-8AA3-1EA8-A500CA09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Initial Frontend Implementation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dirty="0"/>
              <a:t>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116BF-61DB-FBB9-B0C2-DC091974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Developed the </a:t>
            </a:r>
            <a:r>
              <a:rPr lang="en-IN" b="1" dirty="0"/>
              <a:t>AI Cyber Investigation Assistant</a:t>
            </a:r>
            <a:r>
              <a:rPr lang="en-IN" dirty="0"/>
              <a:t> web interface. </a:t>
            </a:r>
          </a:p>
          <a:p>
            <a:pPr lvl="0"/>
            <a:r>
              <a:rPr lang="en-IN" dirty="0"/>
              <a:t>Added </a:t>
            </a:r>
            <a:r>
              <a:rPr lang="en-IN" b="1" dirty="0"/>
              <a:t>digital evidence upload</a:t>
            </a:r>
            <a:r>
              <a:rPr lang="en-IN" dirty="0"/>
              <a:t> functionality. </a:t>
            </a:r>
          </a:p>
          <a:p>
            <a:pPr lvl="0"/>
            <a:r>
              <a:rPr lang="en-IN" dirty="0"/>
              <a:t>Designed the </a:t>
            </a:r>
            <a:r>
              <a:rPr lang="en-IN" b="1" dirty="0"/>
              <a:t>investigation workflow and dashboard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Added </a:t>
            </a:r>
            <a:r>
              <a:rPr lang="en-IN" b="1" dirty="0"/>
              <a:t>sample analysis results</a:t>
            </a:r>
            <a:r>
              <a:rPr lang="en-IN" dirty="0"/>
              <a:t> for demonstration. </a:t>
            </a:r>
          </a:p>
          <a:p>
            <a:pPr lvl="0"/>
            <a:r>
              <a:rPr lang="en-IN" dirty="0"/>
              <a:t>Built using </a:t>
            </a:r>
            <a:r>
              <a:rPr lang="en-IN" b="1" dirty="0"/>
              <a:t>React.js, Vite, TypeScript &amp; Tailwind CSS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9" name="Picture 8" descr="The image displays a digital interface for an Al Cyber Investigation Assistant, featuring a prototype mode that allows users to upload, process, and analyze digital evidence to generate investigative leads and reports.&#10;&#10;AI-generated content may be incorrect.">
            <a:extLst>
              <a:ext uri="{FF2B5EF4-FFF2-40B4-BE49-F238E27FC236}">
                <a16:creationId xmlns:a16="http://schemas.microsoft.com/office/drawing/2014/main" id="{948A8FBA-1C0A-2AE9-8137-BF5A3F47C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690688"/>
            <a:ext cx="706279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78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E720-6436-823C-26F6-22FAB49E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1EC6-499E-CFC7-846D-EC24303A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3300"/>
                </a:solidFill>
              </a:rPr>
              <a:t>EXPECTED OUTPUT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6A2E6-0344-E6D4-7081-8B48ACCE9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716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Faster digital evidence analysis. </a:t>
            </a:r>
          </a:p>
          <a:p>
            <a:r>
              <a:rPr lang="en-IN" dirty="0"/>
              <a:t>Automatic extraction of key entities. </a:t>
            </a:r>
          </a:p>
          <a:p>
            <a:r>
              <a:rPr lang="en-IN" dirty="0"/>
              <a:t>AI-generated evidence summary. </a:t>
            </a:r>
          </a:p>
          <a:p>
            <a:r>
              <a:rPr lang="en-IN" dirty="0"/>
              <a:t>Investigation timeline generation. </a:t>
            </a:r>
          </a:p>
          <a:p>
            <a:r>
              <a:rPr lang="en-IN" dirty="0"/>
              <a:t>Detection of suspicious keywords. </a:t>
            </a:r>
          </a:p>
          <a:p>
            <a:r>
              <a:rPr lang="en-IN" dirty="0"/>
              <a:t>Comprehensive investigation report.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845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7F51-B956-935A-4972-B97F0F223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2A00-90F6-456A-920A-EC2D5018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-30480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3300"/>
                </a:solidFill>
              </a:rPr>
              <a:t>CASE STUDY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F173A-966D-AEFC-5545-3F1799680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457200"/>
            <a:ext cx="10515600" cy="53435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User uploads digital evidence files. </a:t>
            </a:r>
          </a:p>
          <a:p>
            <a:r>
              <a:rPr lang="en-IN" dirty="0"/>
              <a:t>Evidence includes PDFs, emails, chats, and images. </a:t>
            </a:r>
          </a:p>
          <a:p>
            <a:r>
              <a:rPr lang="en-IN" dirty="0"/>
              <a:t>OCR extracts text from scanned documents. </a:t>
            </a:r>
          </a:p>
          <a:p>
            <a:r>
              <a:rPr lang="en-IN" dirty="0"/>
              <a:t>AI identifies names, dates, phone numbers, and emails. </a:t>
            </a:r>
          </a:p>
          <a:p>
            <a:r>
              <a:rPr lang="en-IN" dirty="0"/>
              <a:t>LLM summarizes conversations and documents. </a:t>
            </a:r>
          </a:p>
          <a:p>
            <a:r>
              <a:rPr lang="en-IN" dirty="0"/>
              <a:t>Suspicious keywords are detected automatically. </a:t>
            </a:r>
          </a:p>
          <a:p>
            <a:r>
              <a:rPr lang="en-IN" dirty="0"/>
              <a:t>Investigation timeline is generated. </a:t>
            </a:r>
          </a:p>
          <a:p>
            <a:r>
              <a:rPr lang="en-IN" dirty="0"/>
              <a:t>AI produces a complete investigation report.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457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FFA1-2E79-8632-DF3D-2B5E7D9D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0352-CDC0-9736-BAEC-FA2729EA1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4848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3300"/>
                </a:solidFill>
              </a:rPr>
              <a:t>CONCLUSION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1EAF3-6045-E839-AE8A-40FD6F83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306" y="12954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AI improves digital evidence analysis. </a:t>
            </a:r>
          </a:p>
          <a:p>
            <a:r>
              <a:rPr lang="en-IN" dirty="0"/>
              <a:t>Reduces manual investigation effort. </a:t>
            </a:r>
          </a:p>
          <a:p>
            <a:r>
              <a:rPr lang="en-IN" dirty="0"/>
              <a:t>Extracts key information accurately. </a:t>
            </a:r>
          </a:p>
          <a:p>
            <a:r>
              <a:rPr lang="en-IN" dirty="0"/>
              <a:t>Generates investigation timelines automatically. </a:t>
            </a:r>
          </a:p>
          <a:p>
            <a:r>
              <a:rPr lang="en-IN" dirty="0"/>
              <a:t>Summarizes digital evidence efficiently. </a:t>
            </a:r>
          </a:p>
          <a:p>
            <a:r>
              <a:rPr lang="en-IN" dirty="0"/>
              <a:t>Supports faster and smarter cybercrime investigations.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346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6F14-E53A-E86D-E3A2-76291745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29D4-7A29-EDCD-E033-14DDA7A9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3300"/>
                </a:solidFill>
              </a:rPr>
              <a:t>REFERENCES</a:t>
            </a:r>
            <a:br>
              <a:rPr lang="en-US" b="1" dirty="0">
                <a:solidFill>
                  <a:srgbClr val="FF3300"/>
                </a:solidFill>
              </a:rPr>
            </a:br>
            <a:r>
              <a:rPr lang="en-US" dirty="0"/>
              <a:t>_____________________________________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2550C-02A7-D8AD-031F-94AAF0E6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Rafael C. Gonzalez and Richard E. Woods. </a:t>
            </a:r>
            <a:r>
              <a:rPr lang="en-IN" i="1" dirty="0"/>
              <a:t>Digital Image Processing</a:t>
            </a:r>
            <a:r>
              <a:rPr lang="en-IN" dirty="0"/>
              <a:t>. Pearson Education, 2018. </a:t>
            </a:r>
          </a:p>
          <a:p>
            <a:r>
              <a:rPr lang="en-IN" dirty="0"/>
              <a:t>Matthew </a:t>
            </a:r>
            <a:r>
              <a:rPr lang="en-IN" dirty="0" err="1"/>
              <a:t>Honnibal</a:t>
            </a:r>
            <a:r>
              <a:rPr lang="en-IN" dirty="0"/>
              <a:t> and Ines Montani. </a:t>
            </a:r>
            <a:r>
              <a:rPr lang="en-IN" i="1" dirty="0" err="1"/>
              <a:t>spaCy</a:t>
            </a:r>
            <a:r>
              <a:rPr lang="en-IN" i="1" dirty="0"/>
              <a:t>: Industrial-Strength Natural Language Processing in Python</a:t>
            </a:r>
            <a:r>
              <a:rPr lang="en-IN" dirty="0"/>
              <a:t>. Explosion AI, 2023. </a:t>
            </a:r>
          </a:p>
          <a:p>
            <a:r>
              <a:rPr lang="en-IN" dirty="0"/>
              <a:t>Tom B. Brown, Benjamin Mann, Nick Ryder, et al. </a:t>
            </a:r>
            <a:r>
              <a:rPr lang="en-IN" i="1" dirty="0"/>
              <a:t>Language Models are Few-Shot Learners</a:t>
            </a:r>
            <a:r>
              <a:rPr lang="en-IN" dirty="0"/>
              <a:t>. Advances in Neural Information Processing Systems (</a:t>
            </a:r>
            <a:r>
              <a:rPr lang="en-IN" dirty="0" err="1"/>
              <a:t>NeurIPS</a:t>
            </a:r>
            <a:r>
              <a:rPr lang="en-IN" dirty="0"/>
              <a:t>), 2020.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82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5ED29-2032-93DA-5AFF-A2419DF9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4CFB6-5715-7313-610F-825F42C9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solidFill>
                  <a:srgbClr val="FF3300"/>
                </a:solidFill>
              </a:rPr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306CE7-D1AE-ACA8-D2ED-A410DDE0A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8000" b="1" dirty="0">
              <a:solidFill>
                <a:srgbClr val="FF3300"/>
              </a:solidFill>
            </a:endParaRPr>
          </a:p>
          <a:p>
            <a:pPr marL="0" indent="0" algn="ctr">
              <a:buNone/>
            </a:pPr>
            <a:r>
              <a:rPr lang="en-US" sz="8000" b="1" dirty="0">
                <a:solidFill>
                  <a:srgbClr val="FF3300"/>
                </a:solidFill>
              </a:rPr>
              <a:t>THANK YOU</a:t>
            </a:r>
            <a:endParaRPr lang="en-IN" sz="80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72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703F4C-A684-46B9-B306-BF2B5B491245}">
  <ds:schemaRefs>
    <ds:schemaRef ds:uri="http://schemas.microsoft.com/office/2006/documentManagement/types"/>
    <ds:schemaRef ds:uri="http://schemas.microsoft.com/office/2006/metadata/properties"/>
    <ds:schemaRef ds:uri="9091ee48-ca27-4fcf-b5de-98ddf097c65b"/>
    <ds:schemaRef ds:uri="http://schemas.microsoft.com/office/infopath/2007/PartnerControls"/>
    <ds:schemaRef ds:uri="http://purl.org/dc/dcmitype/"/>
    <ds:schemaRef ds:uri="aa0e8f73-967c-4e13-b55c-6b4dcdfd4341"/>
    <ds:schemaRef ds:uri="http://purl.org/dc/terms/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FB38897-1384-41D0-8D2B-BBB64548DD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91ee48-ca27-4fcf-b5de-98ddf097c65b"/>
    <ds:schemaRef ds:uri="aa0e8f73-967c-4e13-b55c-6b4dcdfd43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1E36E6-5217-4E12-971E-AF9D2089B0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2833</TotalTime>
  <Words>548</Words>
  <Application>Microsoft Office PowerPoint</Application>
  <PresentationFormat>Widescreen</PresentationFormat>
  <Paragraphs>102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Times New Roman</vt:lpstr>
      <vt:lpstr>Office Theme</vt:lpstr>
      <vt:lpstr>   </vt:lpstr>
      <vt:lpstr>AGENDA _____________________________________</vt:lpstr>
      <vt:lpstr>INTRODUCTION</vt:lpstr>
      <vt:lpstr>PROBLEM STATEMENT</vt:lpstr>
      <vt:lpstr>OBJECTIVES ________________________________________</vt:lpstr>
      <vt:lpstr>PowerPoint Presentation</vt:lpstr>
      <vt:lpstr>APPLICATIONS ________________________________________</vt:lpstr>
      <vt:lpstr>TECHNOLOGY STACK _____________________________________</vt:lpstr>
      <vt:lpstr>Initial Frontend Implementation _____________________________________</vt:lpstr>
      <vt:lpstr>EXPECTED OUTPUT ________________________________________</vt:lpstr>
      <vt:lpstr>CASE STUDY</vt:lpstr>
      <vt:lpstr>CONCLUSION _____________________________________</vt:lpstr>
      <vt:lpstr>REFERENCES _____________________________________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Dhaksinesh sai. G</cp:lastModifiedBy>
  <cp:revision>149</cp:revision>
  <dcterms:created xsi:type="dcterms:W3CDTF">2006-08-16T00:00:00Z</dcterms:created>
  <dcterms:modified xsi:type="dcterms:W3CDTF">2026-08-17T16:47:57Z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1033-12.2.0.13489</vt:lpwstr>
  </property>
  <property fmtid="{D5CDD505-2E9C-101B-9397-08002B2CF9AE}" pid="3" name="ICV">
    <vt:lpwstr>770EA04E17C140C9921074617930298C_13</vt:lpwstr>
  </property>
  <property fmtid="{D5CDD505-2E9C-101B-9397-08002B2CF9AE}" pid="4" name="ContentTypeId">
    <vt:lpwstr>0x01010098F1BCB14E108D43AB233A31F986D556</vt:lpwstr>
  </property>
</Properties>
</file>